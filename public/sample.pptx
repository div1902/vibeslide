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team. This deck is a safe sample for trying the VibeSlide parser.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bullet is nested one level beneath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locally generated landscape demonstrates embedded media extraction without external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835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fresh perspective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3614D"/>
                </a:solidFill>
              </a:rPr>
              <a:t>Small ideas. Meaningful momentum.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14D"/>
                </a:solidFill>
              </a:rPr>
              <a:t>The quarterly story, minus the corporate wallpaper.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835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worth talking about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83527"/>
                </a:solidFill>
              </a:rPr>
              <a:t>Build things people love</a:t>
            </a:r>
            <a:endParaRPr lang="en-US" sz="2400" dirty="0"/>
          </a:p>
          <a:p>
            <a:pPr lvl="1" marL="457200" indent="-228600">
              <a:buSzPct val="100000"/>
              <a:buChar char="•"/>
            </a:pPr>
            <a:r>
              <a:rPr lang="en-US" sz="2400" dirty="0">
                <a:solidFill>
                  <a:srgbClr val="283527"/>
                </a:solidFill>
              </a:rPr>
              <a:t>Listen before you ship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283527"/>
                </a:solidFill>
              </a:rPr>
              <a:t>Make the details count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835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tell a 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72894F"/>
                </a:solidFill>
              </a:rPr>
              <a:t>42%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614D"/>
                </a:solidFill>
              </a:rPr>
              <a:t>More people coming back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19202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C76B45"/>
                </a:solidFill>
              </a:rPr>
              <a:t>$3.2M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217920" y="3108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614D"/>
                </a:solidFill>
              </a:rPr>
              <a:t>A little proof of momentum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835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room for a new point of 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3614D"/>
                </a:solidFill>
              </a:rPr>
              <a:t>Good stories leave space for the unexpected.</a:t>
            </a:r>
            <a:endParaRPr lang="en-US" sz="2400" dirty="0"/>
          </a:p>
        </p:txBody>
      </p:sp>
      <p:pic>
        <p:nvPicPr>
          <p:cNvPr id="4" name="Image 0" descr="An abstract landscape in warm orange and g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28800"/>
            <a:ext cx="4114800" cy="2674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VibeSlide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fresh perspective</dc:title>
  <dc:subject>A small deck for testing browser-side content extraction</dc:subject>
  <dc:creator>VibeSlide</dc:creator>
  <cp:lastModifiedBy>VibeSlide</cp:lastModifiedBy>
  <cp:revision>1</cp:revision>
  <dcterms:created xsi:type="dcterms:W3CDTF">2026-10-16T07:47:05Z</dcterms:created>
  <dcterms:modified xsi:type="dcterms:W3CDTF">2026-10-16T07:47:05Z</dcterms:modified>
</cp:coreProperties>
</file>